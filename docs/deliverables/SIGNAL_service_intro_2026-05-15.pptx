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wide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5400">
                <a:b/>
                <a:solidFill>
                  <a:srgbClr val="FFFFFF"/>
                </a:solidFill>
              </a:rPr>
              <a:t>SIGNAL</a:t>
            </a:r>
            <a:endParaRPr lang="ko-KR" sz="54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800">
                <a:solidFill>
                  <a:srgbClr val="9CC7FF"/>
                </a:solidFill>
              </a:rPr>
              <a:t>노이즈는 걸러내고, 진짜 시그널만</a:t>
            </a:r>
            <a:endParaRPr lang="ko-KR" sz="28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미국 시장·코인·매크로 흐름을 한 화면에서 요약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뉴스, 유튜브, 시세, 실적/일정을 연결해 오늘 볼 포인트를 제시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문제 정의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정보는 많지만 판단 단서는 흩어져 있다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영문 속보, 유튜브, 시세, 실적 일정이 서로 분리되어 있음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관심종목 기준으로 지금 확인할 이유를 빠르게 파악하기 어려움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사용자는 원문 근거와 한국어 맥락을 동시에 원함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제품 방향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원시 피드보다 “오늘 무엇을 봐야 하는가”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오늘의 시그널을 앱 최상단에 배치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관심 브리핑으로 내 종목의 변화 요약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뉴스·영상·시세·일정을 근거로 연결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푸시 후보를 서버에서 선별해 알림으로 확장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핵심 사용자 기능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투자 정보 소비 흐름을 하나로 묶음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뉴스: 글로벌·코인·한국 세그먼트와 해시태그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시세: 관심·인기·시총·코인 리스트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유튜브: 경제 채널 최신순/인기순 큐레이션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종목 상세: 가격, 뉴스, 실적, 수집 인사이트 드릴다운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오늘의 시그널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서버가 수집 데이터를 기반으로 생성하는 판단 카드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market_brief / asset_signal 구조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whyNow, sourceStats, signalDrivers, nextSteps 포함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날짜 선택으로 과거 시그널 조회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LLM provider 연결 시 고도화 가능한 구조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관심 브리핑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내 관심종목을 한 번에 훑는 개인 대시보드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오늘 체크포인트: 최우선 종목, 최대 변동, 가까운 일정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종목별 점수·사유·대표 뉴스·실적 일정을 한 카드에 통합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API 호출을 배치화해 관심종목이 늘어도 응답 부담을 줄임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계정과 알림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SIGNAL 자체 세션 위에 소셜 로그인과 푸시를 연결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이메일/비밀번호와 카카오·네이버·구글·Apple 로그인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앱 세션은 provider 토큰이 아닌 SIGNAL JWT 사용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약관 동의 버전과 시각 저장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notification_items outbox 기반 push 발송 상태 관리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어드민 콘솔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수집·운영·사용자 관리를 한곳에서 수행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대시보드: 데이터 상태, API 응답, 최근 시그널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콘텐츠 수집 관리: Job, 모니터링, 인사이트, 오류 로그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앱 사용자: 사용자·디바이스·약관·세션·알림 이력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설정: Provider key, 번역, 마켓 리스트, 약관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운영 구조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앱은 Signal API만 보고, 서버가 외부 provider를 담당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Expo 앱 → Signal API → SQLite 기능별 테이블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API와 worker 분리 운영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worker는 수집 Job과 notification sender 처리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느린 요청/오류 중심 로그와 어드민 API 메트릭 제공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</p:sp>
      <p:sp>
        <p:nvSpPr>
          <p:cNvPr id="3" name="Rect 3"/>
          <p:cNvSpPr/>
          <p:nvPr/>
        </p:nvSpPr>
        <p:spPr>
          <a:xfrm>
            <a:off x="0" y="0"/>
            <a:ext cx="260000" cy="6858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4" name="Rect 4"/>
          <p:cNvSpPr/>
          <p:nvPr/>
        </p:nvSpPr>
        <p:spPr>
          <a:xfrm>
            <a:off x="8800000" y="0"/>
            <a:ext cx="3310000" cy="6858000"/>
          </a:xfrm>
          <a:prstGeom prst="rect">
            <a:avLst/>
          </a:prstGeom>
          <a:solidFill>
            <a:srgbClr val="101722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40000" y="620000"/>
            <a:ext cx="76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3600">
                <a:b/>
                <a:solidFill>
                  <a:srgbClr val="FFFFFF"/>
                </a:solidFill>
              </a:rPr>
              <a:t>출시 준비와 다음 단계</a:t>
            </a:r>
            <a:endParaRPr lang="ko-KR" sz="3600"/>
          </a:p>
        </p:txBody>
      </p:sp>
      <p:sp>
        <p:nvSpPr>
          <p:cNvPr id="6" name="Text 6"/>
          <p:cNvSpPr txBox="1"/>
          <p:nvPr/>
        </p:nvSpPr>
        <p:spPr>
          <a:xfrm>
            <a:off x="760000" y="1390000"/>
            <a:ext cx="7800000" cy="52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2200">
                <a:solidFill>
                  <a:srgbClr val="9CC7FF"/>
                </a:solidFill>
              </a:rPr>
              <a:t>실서비스 전 핵심 QA와 이후 고도화</a:t>
            </a:r>
            <a:endParaRPr lang="ko-KR" sz="2200"/>
          </a:p>
        </p:txBody>
      </p:sp>
      <p:sp>
        <p:nvSpPr>
          <p:cNvPr id="10" name="Rect 10"/>
          <p:cNvSpPr/>
          <p:nvPr/>
        </p:nvSpPr>
        <p:spPr>
          <a:xfrm>
            <a:off x="780000" y="23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1020000" y="22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소셜 로그인 실기기 QA, JWT/Push/EAS 설정 확인</a:t>
            </a:r>
            <a:endParaRPr lang="ko-KR" sz="1850"/>
          </a:p>
        </p:txBody>
      </p:sp>
      <p:sp>
        <p:nvSpPr>
          <p:cNvPr id="12" name="Rect 12"/>
          <p:cNvSpPr/>
          <p:nvPr/>
        </p:nvSpPr>
        <p:spPr>
          <a:xfrm>
            <a:off x="780000" y="30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1020000" y="29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운영 약관과 개인정보처리방침 등록</a:t>
            </a:r>
            <a:endParaRPr lang="ko-KR" sz="1850"/>
          </a:p>
        </p:txBody>
      </p:sp>
      <p:sp>
        <p:nvSpPr>
          <p:cNvPr id="14" name="Rect 14"/>
          <p:cNvSpPr/>
          <p:nvPr/>
        </p:nvSpPr>
        <p:spPr>
          <a:xfrm>
            <a:off x="780000" y="365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1020000" y="355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AdMob 운영 ID 또는 광고 비노출 정책 결정</a:t>
            </a:r>
            <a:endParaRPr lang="ko-KR" sz="1850"/>
          </a:p>
        </p:txBody>
      </p:sp>
      <p:sp>
        <p:nvSpPr>
          <p:cNvPr id="16" name="Rect 16"/>
          <p:cNvSpPr/>
          <p:nvPr/>
        </p:nvSpPr>
        <p:spPr>
          <a:xfrm>
            <a:off x="780000" y="4305000"/>
            <a:ext cx="140000" cy="140000"/>
          </a:xfrm>
          <a:prstGeom prst="rect">
            <a:avLst/>
          </a:prstGeom>
          <a:solidFill>
            <a:srgbClr val="00C087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1020000" y="4200000"/>
            <a:ext cx="7200000" cy="44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50">
                <a:solidFill>
                  <a:srgbClr val="E7ECF5"/>
                </a:solidFill>
              </a:rPr>
              <a:t>출시 후 LLM 기반 시그널 품질 개선과 개인화 알림 확장</a:t>
            </a:r>
            <a:endParaRPr lang="ko-KR" sz="1850"/>
          </a:p>
        </p:txBody>
      </p:sp>
      <p:sp>
        <p:nvSpPr>
          <p:cNvPr id="90" name="Text 90"/>
          <p:cNvSpPr txBox="1"/>
          <p:nvPr/>
        </p:nvSpPr>
        <p:spPr>
          <a:xfrm>
            <a:off x="9000000" y="5800000"/>
            <a:ext cx="1900000" cy="35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ko-KR" sz="1800">
                <a:b/>
                <a:solidFill>
                  <a:srgbClr val="00C087"/>
                </a:solidFill>
              </a:rPr>
              <a:t>SIGNAL</a:t>
            </a:r>
            <a:endParaRPr lang="ko-KR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AL">
  <a:themeElements>
    <a:clrScheme name="SIGNAL">
      <a:dk1>
        <a:srgbClr val="0A0A0F"/>
      </a:dk1>
      <a:lt1>
        <a:srgbClr val="FFFFFF"/>
      </a:lt1>
      <a:dk2>
        <a:srgbClr val="101722"/>
      </a:dk2>
      <a:lt2>
        <a:srgbClr val="E7ECF5"/>
      </a:lt2>
      <a:accent1>
        <a:srgbClr val="00C087"/>
      </a:accent1>
      <a:accent2>
        <a:srgbClr val="7AA7FF"/>
      </a:accent2>
      <a:accent3>
        <a:srgbClr val="FFCF5A"/>
      </a:accent3>
      <a:accent4>
        <a:srgbClr val="FF6B6B"/>
      </a:accent4>
      <a:accent5>
        <a:srgbClr val="8F5CFF"/>
      </a:accent5>
      <a:accent6>
        <a:srgbClr val="4AD4FF"/>
      </a:accent6>
      <a:hlink>
        <a:srgbClr val="7AA7FF"/>
      </a:hlink>
      <a:folHlink>
        <a:srgbClr val="8F5CFF"/>
      </a:folHlink>
    </a:clrScheme>
    <a:fontScheme name="SIGNAL">
      <a:majorFont>
        <a:latin typeface="Aptos Display"/>
        <a:ea typeface="맑은 고딕"/>
      </a:majorFont>
      <a:minorFont>
        <a:latin typeface="Aptos"/>
        <a:ea typeface="맑은 고딕"/>
      </a:minorFont>
    </a:fontScheme>
    <a:fmtScheme name="SIGNAL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서비스 소개서</dc:title>
  <dc:creator>Codex</dc:creator>
  <cp:lastModifiedBy>Codex</cp:lastModifiedBy>
  <dcterms:created xsi:type="dcterms:W3CDTF">2026-05-15T12:23:17.352315+00:00</dcterms:created>
  <dcterms:modified xsi:type="dcterms:W3CDTF">2026-05-15T12:23:17.352315+00:00</dcterms:modified>
</cp:coreProperties>
</file>